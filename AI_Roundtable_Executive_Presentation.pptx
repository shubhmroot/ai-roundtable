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4389120" cy="365760"/>
          </a:xfrm>
          <a:prstGeom prst="rect">
            <a:avLst/>
          </a:prstGeom>
          <a:solidFill>
            <a:srgbClr val="2E106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430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ELEVENLABS HACKATHON · VOICE AI TRACK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Roundtable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Real-Time Multi-Agent Podcast with Live Human Interruption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AI experts debate, clash, and respond to live audience challenges through low-latency ElevenLabs speech synthesis.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114800"/>
            <a:ext cx="3383280" cy="1005840"/>
          </a:xfrm>
          <a:prstGeom prst="roundRect">
            <a:avLst>
              <a:gd name="adj" fmla="val 13636"/>
            </a:avLst>
          </a:prstGeom>
          <a:solidFill>
            <a:srgbClr val="141B2D"/>
          </a:solidFill>
          <a:ln w="12700">
            <a:solidFill>
              <a:srgbClr val="2532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251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Debate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526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Moderator, Optimist &amp; Skeptic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4114800"/>
            <a:ext cx="3383280" cy="1005840"/>
          </a:xfrm>
          <a:prstGeom prst="roundRect">
            <a:avLst>
              <a:gd name="adj" fmla="val 13636"/>
            </a:avLst>
          </a:prstGeom>
          <a:solidFill>
            <a:srgbClr val="141B2D"/>
          </a:solidFill>
          <a:ln w="12700">
            <a:solidFill>
              <a:srgbClr val="253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4251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AI Engine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4526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Turbo v2.5 streaming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4114800"/>
            <a:ext cx="3383280" cy="1005840"/>
          </a:xfrm>
          <a:prstGeom prst="roundRect">
            <a:avLst>
              <a:gd name="adj" fmla="val 13636"/>
            </a:avLst>
          </a:prstGeom>
          <a:solidFill>
            <a:srgbClr val="141B2D"/>
          </a:solidFill>
          <a:ln w="12700">
            <a:solidFill>
              <a:srgbClr val="2532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4251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Interruption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0" y="4526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0ms speech halt &amp; dynamic pivot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5394960"/>
            <a:ext cx="10698480" cy="82296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669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TEAM:  Shubham Raj  ·  Rishabh Choudhary  ·  Priyam Garg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HACKATHON · SPECIAL TRACK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Part: Beyond Generating Three AI Responses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25325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Roundtable  |  Shubham Raj · Rishabh Choudhary · Priyam Garg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120640" cy="4480560"/>
          </a:xfrm>
          <a:prstGeom prst="roundRect">
            <a:avLst>
              <a:gd name="adj" fmla="val 3061"/>
            </a:avLst>
          </a:prstGeom>
          <a:solidFill>
            <a:srgbClr val="141B2D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AI Voice Limitations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✖  Robotic Monologues: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Standard LLMs output large essays that sound repetitive and lifeless when read out loud.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2004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✖  Zero Tension: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Single-agent outputs lack debate, intellectual friction, and authentic conversational cadence.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41148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✖  Uninterruptible Playback: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When an AI voice plays audio, users are passive listeners who cannot interrupt.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50292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✖  Uniform Timbre: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Conversations lack distinct vocal identities, emotional prosody, and natural transitions.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5120640" cy="4480560"/>
          </a:xfrm>
          <a:prstGeom prst="roundRect">
            <a:avLst>
              <a:gd name="adj" fmla="val 3061"/>
            </a:avLst>
          </a:prstGeom>
          <a:solidFill>
            <a:srgbClr val="141B2D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Voice-Native Multi-Agent System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22860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✔  Dialectical Banter: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Three autonomous personas clash dynamically—Optimist, Skeptic, and Moderator.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32004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✔  ElevenLabs Voice Identity: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Each agent commands a dedicated, hyper-realistic voice profile (Rachel, Adam, Nicole).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41148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✔  Live Listener Interruption: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Audio halts instantly on user input, context updates, and the debate pivots in real time.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50292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✔  Snappy Turn Dynamics: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Concise 35-50 word turns with direct name-calling ('Marcus is missing Sophia's point').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HACKATHON · SPECIAL TRACK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 &amp; Their Purpose (Specification Table)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25325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Roundtable  |  Shubham Raj · Rishabh Choudhary · Priyam Garg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5CF6"/>
                          </a:solidFill>
                        </a:rPr>
                        <a:t>Technology</a:t>
                      </a:r>
                      <a:endParaRPr lang="en-US" sz="11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Purpose in AI Roundtable</a:t>
                      </a:r>
                      <a:endParaRPr lang="en-US" sz="11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Implementation Details</a:t>
                      </a:r>
                      <a:endParaRPr lang="en-US" sz="11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Python or Node.js</a:t>
                      </a:r>
                      <a:endParaRPr lang="en-US" sz="10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Backend logic and agent orchestration</a:t>
                      </a:r>
                      <a:endParaRPr lang="en-US" sz="10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BDF8"/>
                          </a:solidFill>
                        </a:rPr>
                        <a:t>Node.js Express / orchestrator.js</a:t>
                      </a:r>
                      <a:endParaRPr lang="en-US" sz="9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LLM API</a:t>
                      </a:r>
                      <a:endParaRPr lang="en-US" sz="10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Generates each agent's arguments and responses</a:t>
                      </a:r>
                      <a:endParaRPr lang="en-US" sz="10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BDF8"/>
                          </a:solidFill>
                        </a:rPr>
                        <a:t>Gemini 2.0 Flash / OpenAI / Dynamic Generator</a:t>
                      </a:r>
                      <a:endParaRPr lang="en-US" sz="9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ElevenLabs Text-to-Speech</a:t>
                      </a:r>
                      <a:endParaRPr lang="en-US" sz="10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Gives each agent a distinct voice with low latency</a:t>
                      </a:r>
                      <a:endParaRPr lang="en-US" sz="10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BDF8"/>
                          </a:solidFill>
                        </a:rPr>
                        <a:t>eleven_turbo_v2_5 streaming (Rachel, Adam, Nicole)</a:t>
                      </a:r>
                      <a:endParaRPr lang="en-US" sz="9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WebSockets or HTTP Streams</a:t>
                      </a:r>
                      <a:endParaRPr lang="en-US" sz="10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Supports real-time audio chunk delivery &amp; signaling</a:t>
                      </a:r>
                      <a:endParaRPr lang="en-US" sz="10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BDF8"/>
                          </a:solidFill>
                        </a:rPr>
                        <a:t>Low-latency binary chunk stream &amp; event bus</a:t>
                      </a:r>
                      <a:endParaRPr lang="en-US" sz="9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React / Next.js</a:t>
                      </a:r>
                      <a:endParaRPr lang="en-US" sz="10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Frontend, playback controls and synchronized transcript</a:t>
                      </a:r>
                      <a:endParaRPr lang="en-US" sz="10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BDF8"/>
                          </a:solidFill>
                        </a:rPr>
                        <a:t>React 19, Vite, Tailwind CSS Studio Desk UI</a:t>
                      </a:r>
                      <a:endParaRPr lang="en-US" sz="9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Speech-to-Text</a:t>
                      </a:r>
                      <a:endParaRPr lang="en-US" sz="10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Converts the user's spoken questions into text</a:t>
                      </a:r>
                      <a:endParaRPr lang="en-US" sz="10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BDF8"/>
                          </a:solidFill>
                        </a:rPr>
                        <a:t>Web Speech API (webkitSpeechRecognition)</a:t>
                      </a:r>
                      <a:endParaRPr lang="en-US" sz="9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In-Memory State / History</a:t>
                      </a:r>
                      <a:endParaRPr lang="en-US" sz="10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Tracks conversation history, queue, and whose turn it is</a:t>
                      </a:r>
                      <a:endParaRPr lang="en-US" sz="10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BDF8"/>
                          </a:solidFill>
                        </a:rPr>
                        <a:t>Dynamic Turn Memory &amp; Interruption Stack</a:t>
                      </a:r>
                      <a:endParaRPr lang="en-US" sz="900" dirty="0"/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HACKATHON · SPECIAL TRACK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Architecture: End-to-End Voice AI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25325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Roundtable  |  Shubham Raj · Rishabh Choudhary · Priyam Garg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1965960" cy="3840480"/>
          </a:xfrm>
          <a:prstGeom prst="roundRect">
            <a:avLst>
              <a:gd name="adj" fmla="val 6977"/>
            </a:avLst>
          </a:prstGeom>
          <a:solidFill>
            <a:srgbClr val="141B2D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031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INPUT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Topic + Live Microphone / Quick Chips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3474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07792" y="1828800"/>
            <a:ext cx="1965960" cy="3840480"/>
          </a:xfrm>
          <a:prstGeom prst="roundRect">
            <a:avLst>
              <a:gd name="adj" fmla="val 6977"/>
            </a:avLst>
          </a:prstGeom>
          <a:solidFill>
            <a:srgbClr val="141B2D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21031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ORCHESTRATOR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44952" y="283464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Choreography, Persona Prompts &amp; Memory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73752" y="3474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84064" y="1828800"/>
            <a:ext cx="1965960" cy="3840480"/>
          </a:xfrm>
          <a:prstGeom prst="roundRect">
            <a:avLst>
              <a:gd name="adj" fmla="val 6977"/>
            </a:avLst>
          </a:prstGeom>
          <a:solidFill>
            <a:srgbClr val="141B2D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21224" y="21031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LLM ENGINE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21224" y="283464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punchy 35-word banter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50024" y="3474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60336" y="1828800"/>
            <a:ext cx="1965960" cy="3840480"/>
          </a:xfrm>
          <a:prstGeom prst="roundRect">
            <a:avLst>
              <a:gd name="adj" fmla="val 6977"/>
            </a:avLst>
          </a:prstGeom>
          <a:solidFill>
            <a:srgbClr val="141B2D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97496" y="21031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ELEVENLABS AI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97496" y="283464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Turbo v2.5 streaming speech (Rachel, Adam, Nicole)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26296" y="3474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436608" y="1828800"/>
            <a:ext cx="1965960" cy="3840480"/>
          </a:xfrm>
          <a:prstGeom prst="roundRect">
            <a:avLst>
              <a:gd name="adj" fmla="val 6977"/>
            </a:avLst>
          </a:prstGeom>
          <a:solidFill>
            <a:srgbClr val="141B2D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73768" y="21031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STUDIO UI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73768" y="283464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Equalizer waveforms, sync transcript &amp; audio scrubber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HACKATHON · SPECIAL TRACK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Innovation: Real-Time Human Interruption Lifecycle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25325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Roundtable  |  Shubham Raj · Rishabh Choudhary · Priyam Garg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011680" cy="3931920"/>
          </a:xfrm>
          <a:prstGeom prst="roundRect">
            <a:avLst>
              <a:gd name="adj" fmla="val 6818"/>
            </a:avLst>
          </a:prstGeom>
          <a:solidFill>
            <a:srgbClr val="141B2D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Speech Cancellation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560320"/>
            <a:ext cx="173736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06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audioEngine.stop()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301752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0ms immediate termination of active stream. Zero audio lag.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07792" y="1828800"/>
            <a:ext cx="2011680" cy="3931920"/>
          </a:xfrm>
          <a:prstGeom prst="roundRect">
            <a:avLst>
              <a:gd name="adj" fmla="val 6818"/>
            </a:avLst>
          </a:prstGeom>
          <a:solidFill>
            <a:srgbClr val="141B2D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4952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State Marking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44952" y="2560320"/>
            <a:ext cx="173736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3044952" y="2606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[Interrupted by Listener]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44952" y="301752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 cuts off active speaker at exact interrupt timestamp.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84064" y="1828800"/>
            <a:ext cx="2011680" cy="3931920"/>
          </a:xfrm>
          <a:prstGeom prst="roundRect">
            <a:avLst>
              <a:gd name="adj" fmla="val 6818"/>
            </a:avLst>
          </a:prstGeom>
          <a:solidFill>
            <a:srgbClr val="141B2D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21224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Input Capture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21224" y="2560320"/>
            <a:ext cx="173736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5221224" y="2606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STT / Text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21224" y="301752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audience microphone query (e.g. 'What about junior jobs?').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60336" y="1828800"/>
            <a:ext cx="2011680" cy="3931920"/>
          </a:xfrm>
          <a:prstGeom prst="roundRect">
            <a:avLst>
              <a:gd name="adj" fmla="val 6818"/>
            </a:avLst>
          </a:prstGeom>
          <a:solidFill>
            <a:srgbClr val="141B2D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97496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Context Injection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97496" y="2560320"/>
            <a:ext cx="173736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7397496" y="2606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History Update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97496" y="301752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question injected into prompt window as priority event.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436608" y="1828800"/>
            <a:ext cx="2011680" cy="3931920"/>
          </a:xfrm>
          <a:prstGeom prst="roundRect">
            <a:avLst>
              <a:gd name="adj" fmla="val 6818"/>
            </a:avLst>
          </a:prstGeom>
          <a:solidFill>
            <a:srgbClr val="141B2D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73768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Contextual Pivot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73768" y="2560320"/>
            <a:ext cx="173736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9573768" y="2606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Agent Response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573768" y="301752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Moderator or challenged agent immediately addresses listener by name.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HACKATHON · SPECIAL TRACK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Broadcast-Quality Dialogue Exchange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25325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Roundtable  |  Shubham Raj · Rishabh Choudhary · Priyam Garg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41B2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Elena Vance (Host)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0" y="173736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"Welcome to AI Roundtable. Today's question: 'Will AI replace software developers by 2028?'. Marcus, start us off—what is your core thesis?"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542032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41B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6334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Marcus Sterling (Optimist)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0" y="2633472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"Thanks Elena. Throughout history, every abstraction layer created more value. Compilers didn't eliminate coders; they allowed software to eat the world! Every engineer now commands a 10x team."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438144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41B2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5295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Sophia Chen (Skeptic)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3529584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"Compilers were deterministic, Marcus. LLMs hallucinate false code. And if companies automate juniors away, who trains the senior architects of 2030?"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334256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41B2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4256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Interruption (Live Mic)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0" y="4425696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[INTERRUPTS MARCUS] "Wait Marcus, what about the junior engineers who can't get entry-level jobs right now?"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5230368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41B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53218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Marcus Sterling (Pivot)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0" y="5321808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"Crucial point from our listener. While entry-level rote tasks shift, apprenticeship will evolve into verification and domain modeling. Leverage will create millions of new high-value roles."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HACKATHON · SPECIAL TRACK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Hackathon: Future Roadmap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25325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Roundtable  |  Shubham Raj · Rishabh Choudhary · Priyam Garg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141B2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Education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step into historical roundtables (Einstein vs Bohr on Quantum Physics) and ask questions directly to AI historical figures.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141B2D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Market Intel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panels debate corporate earnings, tech trends, and geopolitical developments with synthetic bull/bear analysis.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141B2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114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Full-Duplex WebRTC Voice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45720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Sub-150ms bi-directional audio streaming with acoustic echo cancellation and acoustic voice activity detection.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93192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141B2D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114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Multi-Listener Town Halls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45720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from a single listener to virtual live audiences with question upvoting, sentiment polling, and live audio queues.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HACKATHON · FINAL PITCH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Ready for Judging &amp; Q&amp;A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Roundtable demonstrates the next frontier of audio AI: shifting from passive one-way speech to dynamic multi-agent conversational ecosystems.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141B2D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108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Shubham Raj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8862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AI Architecture &amp; Full-Stack Orchestration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83464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141B2D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3108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Rishabh Choudhary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35204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38862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Prompts &amp; Interruption Pipeline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283464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141B2D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3108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Priyam Garg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46720" y="35204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38160" y="38862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UI/UX &amp; Real-Time Audio Engine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2532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349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GitHub Repository:  https://github.com/shubhmroot/ai-roundtable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5669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Live Demo:  http://localhost:5173  |  Built with ElevenLabs Turbo v2.5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ElevenLabs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Roundtable: A Real-Time Multi-Agent Podcast</dc:title>
  <dc:subject>PptxGenJS Presentation</dc:subject>
  <dc:creator>Shubham Raj, Rishabh Choudhary, Priyam Garg</dc:creator>
  <cp:lastModifiedBy>Shubham Raj, Rishabh Choudhary, Priyam Garg</cp:lastModifiedBy>
  <cp:revision>1</cp:revision>
  <dcterms:created xsi:type="dcterms:W3CDTF">2026-10-22T05:23:06Z</dcterms:created>
  <dcterms:modified xsi:type="dcterms:W3CDTF">2026-10-22T05:23:06Z</dcterms:modified>
</cp:coreProperties>
</file>